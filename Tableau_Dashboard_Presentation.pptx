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Sales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Task 4 - Tableau Dashboard</a:t>
            </a:r>
          </a:p>
          <a:p>
            <a:r>
              <a:t>By Parthasarathi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Dataset: Superstore Sales Dataset</a:t>
            </a:r>
          </a:p>
          <a:p>
            <a:pPr marL="0" indent="0">
              <a:buNone/>
            </a:pPr>
            <a:r>
              <a:rPr dirty="0"/>
              <a:t>• Type: Sales &amp; Financial Data</a:t>
            </a:r>
          </a:p>
          <a:p>
            <a:pPr marL="0" indent="0">
              <a:buNone/>
            </a:pPr>
            <a:r>
              <a:rPr dirty="0"/>
              <a:t>• Fields: Order Date, Sales, Profit, Category, Region</a:t>
            </a:r>
          </a:p>
          <a:p>
            <a:pPr marL="0" indent="0">
              <a:buNone/>
            </a:pPr>
            <a:r>
              <a:rPr dirty="0"/>
              <a:t>• Purpose: Analyze business performance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Performance Indicators (KPIs)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Total Sales</a:t>
            </a:r>
          </a:p>
          <a:p>
            <a:pPr marL="0" indent="0">
              <a:buNone/>
            </a:pPr>
            <a:r>
              <a:rPr dirty="0"/>
              <a:t>• Total Profit</a:t>
            </a:r>
          </a:p>
          <a:p>
            <a:pPr marL="0" indent="0">
              <a:buNone/>
            </a:pPr>
            <a:r>
              <a:rPr dirty="0"/>
              <a:t>• Total Orders</a:t>
            </a:r>
          </a:p>
          <a:p>
            <a:pPr marL="0" indent="0">
              <a:buNone/>
            </a:pPr>
            <a:r>
              <a:rPr dirty="0"/>
              <a:t>• Profit Ratio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Insert your Tableau Dashboard Screenshot here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AA561D-6D64-189A-F5A6-A8E88A5DBB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6348" y="2904886"/>
            <a:ext cx="5722376" cy="340383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Sales show an increasing trend over time</a:t>
            </a:r>
          </a:p>
          <a:p>
            <a:pPr marL="0" indent="0">
              <a:buNone/>
            </a:pPr>
            <a:r>
              <a:rPr dirty="0"/>
              <a:t>• Technology category has highest sales</a:t>
            </a:r>
          </a:p>
          <a:p>
            <a:pPr marL="0" indent="0">
              <a:buNone/>
            </a:pPr>
            <a:r>
              <a:rPr dirty="0"/>
              <a:t>• West region generates highest profit</a:t>
            </a:r>
          </a:p>
          <a:p>
            <a:pPr marL="0" indent="0">
              <a:buNone/>
            </a:pPr>
            <a:r>
              <a:rPr dirty="0"/>
              <a:t>• Sub-category analysis shows top performing products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98</Words>
  <Application>Microsoft Office PowerPoint</Application>
  <PresentationFormat>On-screen Show (4:3)</PresentationFormat>
  <Paragraphs>20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Sales Dashboard</vt:lpstr>
      <vt:lpstr>Dataset Information</vt:lpstr>
      <vt:lpstr>Key Performance Indicators (KPIs)</vt:lpstr>
      <vt:lpstr>Dashboard Overview</vt:lpstr>
      <vt:lpstr>Key Insights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parthasarathi</dc:creator>
  <cp:keywords/>
  <dc:description>generated using python-pptx</dc:description>
  <cp:lastModifiedBy>Parthasarathi .</cp:lastModifiedBy>
  <cp:revision>2</cp:revision>
  <dcterms:created xsi:type="dcterms:W3CDTF">2013-01-27T09:14:16Z</dcterms:created>
  <dcterms:modified xsi:type="dcterms:W3CDTF">2026-06-04T15:10:37Z</dcterms:modified>
  <cp:category/>
</cp:coreProperties>
</file>